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18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C9684-7D1C-B50D-1CFC-92E419609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08B5B-E930-8BFE-146D-6660211EAD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73B93-BBFD-F88B-AEDB-77877E2A6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8F86-B3E5-42F8-A7D0-C39EF7FAA8A8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CE46F-0271-B7DE-7370-FC3C9C824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77D83-12C3-863E-7DD3-C7C2E1EAE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C16E2-A244-4CCD-96DD-E57817EC30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6720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EAFC1-4616-17D3-17E4-8229EF933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80E6A-0C0C-0F14-AF1E-EFFA1288A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CC9B3-1952-A3A0-AB74-E6CDE14D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8F86-B3E5-42F8-A7D0-C39EF7FAA8A8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E374E-560A-8218-765B-2207EC860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5114A-EB53-2100-600F-74CFF00D0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C16E2-A244-4CCD-96DD-E57817EC30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8032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F3E68-3F15-6F53-25AF-13FD4ECB3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0B63B-FC97-C83D-7A48-8BBFBAF89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624B1-3318-F738-8931-24F1F73D3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8F86-B3E5-42F8-A7D0-C39EF7FAA8A8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71C9A-6D84-9092-B651-9CD30F3E2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97CD-417C-9196-BF9E-7070B8CD5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C16E2-A244-4CCD-96DD-E57817EC30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063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42B50-792D-8A1E-A6DA-7901C4D9D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C7C4A-D19A-EEB0-001F-88B9AD4BE4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BC200C-9235-2962-068C-A092338A8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F8C3D-5125-6A3D-C228-324B2C2B9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8F86-B3E5-42F8-A7D0-C39EF7FAA8A8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E9095-53EA-1A1C-5726-8FA2CB232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BB6FBB-D46E-A9F9-38E3-70254521D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C16E2-A244-4CCD-96DD-E57817EC30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3838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FDD83-AA09-FAFC-5932-C09A4D87E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8B424-D651-B19A-7E13-3FA57EADF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5AAB0-2191-FC38-BDFA-1E2D73E04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530E3C-B693-9FE7-9F70-98807E1BEE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6EAB62-F567-A6CA-2B44-7B2C4BA36A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CD2B38-25D0-7368-3896-92EE4F2A9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8F86-B3E5-42F8-A7D0-C39EF7FAA8A8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9D9CFA-314E-D835-B225-0C6A4F539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EA8A19-B13F-8337-412D-6017932A4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C16E2-A244-4CCD-96DD-E57817EC30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7243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12FB5-DB6B-C7E4-3EAD-E7376E994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40F546-2525-0472-EFEA-51397D7EB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8F86-B3E5-42F8-A7D0-C39EF7FAA8A8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5E8EF8-A961-B3D4-04A9-CBED11B58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B30A5-693B-496B-1597-ADBB51EDD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C16E2-A244-4CCD-96DD-E57817EC30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784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1751B-829C-828D-DD0D-65A0D381C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8F86-B3E5-42F8-A7D0-C39EF7FAA8A8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4D9931-A6B0-6972-3B43-A393D1131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1AF79-3682-9381-72F6-8D242E79E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C16E2-A244-4CCD-96DD-E57817EC30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3802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9472B-1857-A88A-CDF3-1A4889814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11024-8BE0-9EF2-6A90-1F8744B74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FD3C0A-A662-E913-0C6E-30B81DDE9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E5877-19B4-CAD0-083D-023A45C8A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8F86-B3E5-42F8-A7D0-C39EF7FAA8A8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AD403-D732-82FA-E700-ED4641EAA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DE8B9-4027-DD25-8E88-FEBDA87D8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C16E2-A244-4CCD-96DD-E57817EC30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3082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EE903-2B24-B8BF-3B86-244DBEECF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0583A6-08D3-AF7E-EE32-5B6E9F73CE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0F22F2-6A34-1AF7-8466-C8B552C55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CAFDE6-41CA-37EA-45B8-0A47FAE5C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8F86-B3E5-42F8-A7D0-C39EF7FAA8A8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CD232-542C-DD33-463F-03F1B2ADD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4FACAC-0BB2-B127-FAD5-384AABB88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C16E2-A244-4CCD-96DD-E57817EC30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3392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35EDB-6AA7-93C0-7168-7519F6AA6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ABC7E4-A19E-C6EA-4A3D-6AC8F102AD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D4B4C-D32E-2EA9-4990-E228C81B1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8F86-B3E5-42F8-A7D0-C39EF7FAA8A8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9742A-747F-0FDF-2D84-7730CE571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AC62E-BD92-3E9A-430B-02D49CA52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C16E2-A244-4CCD-96DD-E57817EC30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113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E36639-F50B-2A6C-35B7-69AE87D5C1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6C36B4-8B78-014C-69B6-49B020EC6D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CDE62-3F7F-EE52-C725-61FF631EB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8F86-B3E5-42F8-A7D0-C39EF7FAA8A8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FB18F-5CA6-9DD8-1699-C3886F38F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19EC1-5EC3-5CC4-84E1-A5B4C41AA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C16E2-A244-4CCD-96DD-E57817EC30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6013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1B7B09-A06B-3552-34D1-28CC6ED51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4B093-9CE2-B48B-F1C4-A78E3334D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80B6E-6A47-30BF-6E18-78D737AF5E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818F86-B3E5-42F8-A7D0-C39EF7FAA8A8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4309C-BF7D-69D7-1DED-11D44B244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82B32-51C6-BFD0-3C3C-6FE8A6F9AE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6C16E2-A244-4CCD-96DD-E57817EC30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16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D0E1D-F0E2-16AB-966D-CA71563253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9DE0C3-2BF2-C879-1EBC-9D7A5F4E2B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4428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CBD296-7274-FE1D-BBF5-D5D280E695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371600"/>
            <a:ext cx="6858000" cy="41148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9E9AC81-FAE7-0F94-97AD-222347140997}"/>
              </a:ext>
            </a:extLst>
          </p:cNvPr>
          <p:cNvSpPr/>
          <p:nvPr/>
        </p:nvSpPr>
        <p:spPr>
          <a:xfrm>
            <a:off x="8734426" y="2095501"/>
            <a:ext cx="276224" cy="2776538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5092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5F3CF42-7B52-E72F-901A-8E6AFDDCF56F}"/>
              </a:ext>
            </a:extLst>
          </p:cNvPr>
          <p:cNvGrpSpPr/>
          <p:nvPr/>
        </p:nvGrpSpPr>
        <p:grpSpPr>
          <a:xfrm>
            <a:off x="2667000" y="1371600"/>
            <a:ext cx="6858000" cy="4114800"/>
            <a:chOff x="2667000" y="1371600"/>
            <a:chExt cx="6858000" cy="41148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1847B17-1835-BE01-F4CC-8ED648E110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7000" y="1371600"/>
              <a:ext cx="6858000" cy="41148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C358354-9FC4-CF6C-7C44-747A6B9250E4}"/>
                </a:ext>
              </a:extLst>
            </p:cNvPr>
            <p:cNvSpPr/>
            <p:nvPr/>
          </p:nvSpPr>
          <p:spPr>
            <a:xfrm>
              <a:off x="4000500" y="3479800"/>
              <a:ext cx="361949" cy="1390650"/>
            </a:xfrm>
            <a:prstGeom prst="rect">
              <a:avLst/>
            </a:prstGeom>
            <a:solidFill>
              <a:schemeClr val="tx1">
                <a:alpha val="30000"/>
              </a:schemeClr>
            </a:solidFill>
            <a:ln>
              <a:noFill/>
            </a:ln>
            <a:effectLst>
              <a:outerShdw blurRad="50800" dist="50800" dir="5400000" algn="ctr" rotWithShape="0">
                <a:srgbClr val="000000">
                  <a:alpha val="1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69761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Leonardo Falabella</dc:creator>
  <cp:lastModifiedBy>Leonardo Falabella</cp:lastModifiedBy>
  <cp:revision>1</cp:revision>
  <dcterms:created xsi:type="dcterms:W3CDTF">2026-02-02T19:05:15Z</dcterms:created>
  <dcterms:modified xsi:type="dcterms:W3CDTF">2026-02-02T20:07:43Z</dcterms:modified>
</cp:coreProperties>
</file>